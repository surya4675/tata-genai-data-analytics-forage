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How the System Works – Overview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Inputs: Customer demographics, income, credit score, credit utilization, payment history, debt-to-income ratio.</a:t>
            </a:r>
          </a:p>
          <a:p>
            <a:r>
              <a:t>• Decision Logic: Logistic Regression risk model + business rules.</a:t>
            </a:r>
          </a:p>
          <a:p>
            <a:r>
              <a:t>• Actions: SMS reminders, email outreach, payment assistance offers.</a:t>
            </a:r>
          </a:p>
          <a:p>
            <a:r>
              <a:t>• Learning Loop: Track outcomes, retrain model, improve future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How the System Works – Workflow</a:t>
            </a: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Customer Data → Risk Scoring Model → Risk Segmentation (Low/Medium/High)</a:t>
            </a:r>
          </a:p>
          <a:p>
            <a:r>
              <a:t>• Low Risk: Standard reminders</a:t>
            </a:r>
          </a:p>
          <a:p>
            <a:r>
              <a:t>• Medium Risk: Personalized outreach</a:t>
            </a:r>
          </a:p>
          <a:p>
            <a:r>
              <a:t>• High Risk: Escalation and human review</a:t>
            </a:r>
          </a:p>
          <a:p>
            <a:r>
              <a:t>• Results captured and fed back into model improvement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Role of Agentic AI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Autonomous Activities:</a:t>
            </a:r>
          </a:p>
          <a:p>
            <a:r>
              <a:t>• • Risk scoring</a:t>
            </a:r>
          </a:p>
          <a:p>
            <a:r>
              <a:t>• • Sending reminders</a:t>
            </a:r>
          </a:p>
          <a:p>
            <a:r>
              <a:t>• • Customer segmentation</a:t>
            </a:r>
          </a:p>
          <a:p>
            <a:r>
              <a:t>• • Performance monitoring</a:t>
            </a:r>
          </a:p>
          <a:p>
            <a:r>
              <a:t>• Human Oversight Activities:</a:t>
            </a:r>
          </a:p>
          <a:p>
            <a:r>
              <a:t>• • Hardship program approvals</a:t>
            </a:r>
          </a:p>
          <a:p>
            <a:r>
              <a:t>• • High-impact account decisions</a:t>
            </a:r>
          </a:p>
          <a:p>
            <a:r>
              <a:t>• • Fairness reviews</a:t>
            </a:r>
          </a:p>
          <a:p>
            <a:r>
              <a:t>• • Regulatory compliance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Responsible AI Guardrails</a:t>
            </a: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• Fairness testing across customer groups</a:t>
            </a:r>
          </a:p>
          <a:p>
            <a:r>
              <a:t>• • Explainable predictions for every risk assessment</a:t>
            </a:r>
          </a:p>
          <a:p>
            <a:r>
              <a:t>• • Human-in-the-loop review for high-impact decisions</a:t>
            </a:r>
          </a:p>
          <a:p>
            <a:r>
              <a:t>• • Compliance with financial regulations and privacy standards</a:t>
            </a:r>
          </a:p>
          <a:p>
            <a:r>
              <a:t>• • Regular model monitoring and auditing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Business KPIs:</a:t>
            </a:r>
          </a:p>
          <a:p>
            <a:r>
              <a:t>• • 10% reduction in delinquency rates</a:t>
            </a:r>
          </a:p>
          <a:p>
            <a:r>
              <a:t>• • Higher repayment rates</a:t>
            </a:r>
          </a:p>
          <a:p>
            <a:r>
              <a:t>• • Reduced collection costs</a:t>
            </a:r>
          </a:p>
          <a:p>
            <a:r>
              <a:t>• • Improved operational efficiency</a:t>
            </a:r>
          </a:p>
          <a:p>
            <a:r>
              <a:t>• Customer Outcomes:</a:t>
            </a:r>
          </a:p>
          <a:p>
            <a:r>
              <a:t>• • Better customer experience</a:t>
            </a:r>
          </a:p>
          <a:p>
            <a:r>
              <a:t>• • Fair and transparent treatment</a:t>
            </a:r>
          </a:p>
          <a:p>
            <a:r>
              <a:t>• • Personalized support</a:t>
            </a:r>
          </a:p>
          <a:p>
            <a:r>
              <a:t>• • Faster response times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